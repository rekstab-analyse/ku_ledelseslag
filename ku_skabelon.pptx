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D2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3E2D6-D599-4973-9968-0B79A7F8A519}" type="datetimeFigureOut">
              <a:rPr lang="en-GB" smtClean="0"/>
              <a:t>21/07/2026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96A36-842E-4B9D-BA60-DC838E5E4E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171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596A36-842E-4B9D-BA60-DC838E5E4EB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217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0047-0AA6-D58D-35C4-448B52E3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C6B3-3016-4396-8D2E-4F24E57C8387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03C2-51A8-FB7F-E97E-1AFDC6B9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3" name="Picture 12" descr="A white object with a black background&#10;&#10;AI-generated content may be incorrect.">
            <a:extLst>
              <a:ext uri="{FF2B5EF4-FFF2-40B4-BE49-F238E27FC236}">
                <a16:creationId xmlns:a16="http://schemas.microsoft.com/office/drawing/2014/main" id="{FAEAB3C7-7910-51CB-6AD9-B5CC298957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6756"/>
            <a:ext cx="12192000" cy="7014487"/>
          </a:xfrm>
          <a:prstGeom prst="rect">
            <a:avLst/>
          </a:prstGeom>
        </p:spPr>
      </p:pic>
      <p:pic>
        <p:nvPicPr>
          <p:cNvPr id="15" name="Picture 14" descr="A black background with a black text and a black crown&#10;&#10;AI-generated content may be incorrect.">
            <a:extLst>
              <a:ext uri="{FF2B5EF4-FFF2-40B4-BE49-F238E27FC236}">
                <a16:creationId xmlns:a16="http://schemas.microsoft.com/office/drawing/2014/main" id="{ABD445E8-654C-1656-3761-6F2C669D73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168" y="-1558"/>
            <a:ext cx="10466832" cy="6858000"/>
          </a:xfrm>
          <a:prstGeom prst="rect">
            <a:avLst/>
          </a:prstGeom>
        </p:spPr>
      </p:pic>
      <p:pic>
        <p:nvPicPr>
          <p:cNvPr id="10" name="Picture 9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E7C9137A-FD90-0D51-416A-D610615018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9534"/>
            <a:ext cx="5960283" cy="3893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E4D1C4-140C-E0F1-0B5D-F16F19304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439756"/>
            <a:ext cx="4919133" cy="1240420"/>
          </a:xfrm>
        </p:spPr>
        <p:txBody>
          <a:bodyPr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B5CA6-695D-C846-DA91-BFE7E719C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464" y="3794399"/>
            <a:ext cx="4919133" cy="743731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7703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1F43F45-FA1F-8CBA-AF42-218B869F9B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AAC773-5A84-B894-2B6A-212830FE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08267" y="54761"/>
            <a:ext cx="911424" cy="24916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Microsoft New Tai Lue (Body)"/>
              </a:defRPr>
            </a:lvl1pPr>
          </a:lstStyle>
          <a:p>
            <a:fld id="{C1C02DA4-78D0-4427-95E0-892CE49C274F}" type="datetime1">
              <a:rPr lang="da-DK" smtClean="0"/>
              <a:t>21-07-2026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AA752-FA0B-5010-B425-8F800FE3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78C8F-483A-8257-5793-B36095E35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8" name="Pladsholder til slidenummer 6">
            <a:extLst>
              <a:ext uri="{FF2B5EF4-FFF2-40B4-BE49-F238E27FC236}">
                <a16:creationId xmlns:a16="http://schemas.microsoft.com/office/drawing/2014/main" id="{A0E09BBB-B754-C846-98F6-43C4FD67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Microsoft New Tai Lue (Body)"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>
              <a:latin typeface="Microsoft New Tai Lue (Body)"/>
            </a:endParaRPr>
          </a:p>
        </p:txBody>
      </p:sp>
    </p:spTree>
    <p:extLst>
      <p:ext uri="{BB962C8B-B14F-4D97-AF65-F5344CB8AC3E}">
        <p14:creationId xmlns:p14="http://schemas.microsoft.com/office/powerpoint/2010/main" val="397333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1F43F45-FA1F-8CBA-AF42-218B869F9B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AAC773-5A84-B894-2B6A-212830FE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08267" y="54761"/>
            <a:ext cx="911424" cy="24916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Microsoft New Tai Lue (Body)"/>
              </a:defRPr>
            </a:lvl1pPr>
          </a:lstStyle>
          <a:p>
            <a:fld id="{C1C02DA4-78D0-4427-95E0-892CE49C274F}" type="datetime1">
              <a:rPr lang="da-DK" smtClean="0"/>
              <a:t>21-07-2026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AA752-FA0B-5010-B425-8F800FE3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55882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78C8F-483A-8257-5793-B36095E35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66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8" name="Pladsholder til slidenummer 6">
            <a:extLst>
              <a:ext uri="{FF2B5EF4-FFF2-40B4-BE49-F238E27FC236}">
                <a16:creationId xmlns:a16="http://schemas.microsoft.com/office/drawing/2014/main" id="{A0E09BBB-B754-C846-98F6-43C4FD67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Microsoft New Tai Lue (Body)"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>
              <a:latin typeface="Microsoft New Tai Lue (Body)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402E5-F5A5-F5BF-A645-A0D1640BDE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052512"/>
            <a:ext cx="11353799" cy="558800"/>
          </a:xfrm>
        </p:spPr>
        <p:txBody>
          <a:bodyPr>
            <a:normAutofit/>
          </a:bodyPr>
          <a:lstStyle>
            <a:lvl2pPr>
              <a:buNone/>
              <a:defRPr sz="2800">
                <a:solidFill>
                  <a:srgbClr val="A31D20"/>
                </a:solidFill>
              </a:defRPr>
            </a:lvl2pPr>
          </a:lstStyle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029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43B44C-75CF-3D04-290D-DBF7F7AFB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AFF3D7C9-0F90-66E9-EE78-D6D23923138C}"/>
              </a:ext>
            </a:extLst>
          </p:cNvPr>
          <p:cNvSpPr txBox="1">
            <a:spLocks/>
          </p:cNvSpPr>
          <p:nvPr userDrawn="1"/>
        </p:nvSpPr>
        <p:spPr>
          <a:xfrm>
            <a:off x="10308267" y="54761"/>
            <a:ext cx="911424" cy="2491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Microsoft New Tai Lue (Body)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C185C6-0B8C-46AD-AABE-27CBBBE77977}" type="datetime1">
              <a:rPr lang="da-DK" smtClean="0"/>
              <a:pPr/>
              <a:t>21-07-2026</a:t>
            </a:fld>
            <a:endParaRPr lang="en-GB" dirty="0"/>
          </a:p>
        </p:txBody>
      </p:sp>
      <p:sp>
        <p:nvSpPr>
          <p:cNvPr id="10" name="Pladsholder til slidenummer 6">
            <a:extLst>
              <a:ext uri="{FF2B5EF4-FFF2-40B4-BE49-F238E27FC236}">
                <a16:creationId xmlns:a16="http://schemas.microsoft.com/office/drawing/2014/main" id="{8382A5D7-635E-1266-DBA0-F1F197787639}"/>
              </a:ext>
            </a:extLst>
          </p:cNvPr>
          <p:cNvSpPr txBox="1">
            <a:spLocks/>
          </p:cNvSpPr>
          <p:nvPr userDrawn="1"/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0932C-E21F-1689-5E66-B4BA518C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AEC9BA6-1EB5-19A0-B082-3B652264B103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8200" y="5449399"/>
            <a:ext cx="4718538" cy="11546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F4CAA1-F6F2-2A97-174C-505D48E688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751886"/>
            <a:ext cx="5181600" cy="3632914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EFAC44B-7428-724C-AECE-9849E7ED6A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2200" y="1751886"/>
            <a:ext cx="5181600" cy="3632914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62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2B787DF-7BED-5ABC-08C4-A13038012A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B20DFCAD-7BEF-DE2F-8F9D-5B3AE4A26AAF}"/>
              </a:ext>
            </a:extLst>
          </p:cNvPr>
          <p:cNvSpPr txBox="1">
            <a:spLocks/>
          </p:cNvSpPr>
          <p:nvPr userDrawn="1"/>
        </p:nvSpPr>
        <p:spPr>
          <a:xfrm>
            <a:off x="10308267" y="54761"/>
            <a:ext cx="911424" cy="2491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Microsoft New Tai Lue (Body)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C185C6-0B8C-46AD-AABE-27CBBBE77977}" type="datetime1">
              <a:rPr lang="da-DK" smtClean="0"/>
              <a:pPr/>
              <a:t>21-07-2026</a:t>
            </a:fld>
            <a:endParaRPr lang="en-GB" dirty="0"/>
          </a:p>
        </p:txBody>
      </p:sp>
      <p:sp>
        <p:nvSpPr>
          <p:cNvPr id="12" name="Pladsholder til slidenummer 6">
            <a:extLst>
              <a:ext uri="{FF2B5EF4-FFF2-40B4-BE49-F238E27FC236}">
                <a16:creationId xmlns:a16="http://schemas.microsoft.com/office/drawing/2014/main" id="{58C608DC-38E6-7041-A666-8B2150A4D6DB}"/>
              </a:ext>
            </a:extLst>
          </p:cNvPr>
          <p:cNvSpPr txBox="1">
            <a:spLocks/>
          </p:cNvSpPr>
          <p:nvPr userDrawn="1"/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B0646-C64C-8F01-4689-F092DCD8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E5D19-F71E-9429-9E5D-5FD888B47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93271"/>
            <a:ext cx="5157787" cy="352119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83140-211C-ED44-965A-D106A3436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93271"/>
            <a:ext cx="5183188" cy="352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0EDED07-7D33-01B2-8602-FE7BCFB14014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8200" y="5449399"/>
            <a:ext cx="4718538" cy="11546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15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8A5F15-67E1-3F02-218A-841F7A842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593D1-4283-ED66-EF53-2114D5202223}"/>
              </a:ext>
            </a:extLst>
          </p:cNvPr>
          <p:cNvSpPr txBox="1">
            <a:spLocks/>
          </p:cNvSpPr>
          <p:nvPr userDrawn="1"/>
        </p:nvSpPr>
        <p:spPr>
          <a:xfrm>
            <a:off x="10308267" y="54761"/>
            <a:ext cx="911424" cy="2491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Microsoft New Tai Lue (Body)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C185C6-0B8C-46AD-AABE-27CBBBE77977}" type="datetime1">
              <a:rPr lang="da-DK" smtClean="0"/>
              <a:pPr/>
              <a:t>21-07-2026</a:t>
            </a:fld>
            <a:endParaRPr lang="en-GB" dirty="0"/>
          </a:p>
        </p:txBody>
      </p:sp>
      <p:sp>
        <p:nvSpPr>
          <p:cNvPr id="8" name="Pladsholder til slidenummer 6">
            <a:extLst>
              <a:ext uri="{FF2B5EF4-FFF2-40B4-BE49-F238E27FC236}">
                <a16:creationId xmlns:a16="http://schemas.microsoft.com/office/drawing/2014/main" id="{95B69BB6-D613-9EB5-3849-682451D73365}"/>
              </a:ext>
            </a:extLst>
          </p:cNvPr>
          <p:cNvSpPr txBox="1">
            <a:spLocks/>
          </p:cNvSpPr>
          <p:nvPr userDrawn="1"/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5220C-1E67-3535-91E4-39CAD76B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020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_eksempe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8A5F15-67E1-3F02-218A-841F7A842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593D1-4283-ED66-EF53-2114D5202223}"/>
              </a:ext>
            </a:extLst>
          </p:cNvPr>
          <p:cNvSpPr txBox="1">
            <a:spLocks/>
          </p:cNvSpPr>
          <p:nvPr userDrawn="1"/>
        </p:nvSpPr>
        <p:spPr>
          <a:xfrm>
            <a:off x="10308267" y="54761"/>
            <a:ext cx="911424" cy="2491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Microsoft New Tai Lue (Body)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C185C6-0B8C-46AD-AABE-27CBBBE77977}" type="datetime1">
              <a:rPr lang="da-DK" smtClean="0"/>
              <a:pPr/>
              <a:t>21-07-2026</a:t>
            </a:fld>
            <a:endParaRPr lang="en-GB" dirty="0"/>
          </a:p>
        </p:txBody>
      </p:sp>
      <p:sp>
        <p:nvSpPr>
          <p:cNvPr id="8" name="Pladsholder til slidenummer 6">
            <a:extLst>
              <a:ext uri="{FF2B5EF4-FFF2-40B4-BE49-F238E27FC236}">
                <a16:creationId xmlns:a16="http://schemas.microsoft.com/office/drawing/2014/main" id="{95B69BB6-D613-9EB5-3849-682451D73365}"/>
              </a:ext>
            </a:extLst>
          </p:cNvPr>
          <p:cNvSpPr txBox="1">
            <a:spLocks/>
          </p:cNvSpPr>
          <p:nvPr userDrawn="1"/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5220C-1E67-3535-91E4-39CAD76B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BFB8EE-D0B1-C9F3-8AFD-93B2A962B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8488" y="2547938"/>
            <a:ext cx="5203825" cy="3321050"/>
          </a:xfrm>
          <a:solidFill>
            <a:schemeClr val="bg1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35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_eksem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8A5F15-67E1-3F02-218A-841F7A842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593D1-4283-ED66-EF53-2114D5202223}"/>
              </a:ext>
            </a:extLst>
          </p:cNvPr>
          <p:cNvSpPr txBox="1">
            <a:spLocks/>
          </p:cNvSpPr>
          <p:nvPr userDrawn="1"/>
        </p:nvSpPr>
        <p:spPr>
          <a:xfrm>
            <a:off x="10308267" y="54761"/>
            <a:ext cx="911424" cy="2491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Microsoft New Tai Lue (Body)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C185C6-0B8C-46AD-AABE-27CBBBE77977}" type="datetime1">
              <a:rPr lang="da-DK" smtClean="0"/>
              <a:pPr/>
              <a:t>21-07-2026</a:t>
            </a:fld>
            <a:endParaRPr lang="en-GB" dirty="0"/>
          </a:p>
        </p:txBody>
      </p:sp>
      <p:sp>
        <p:nvSpPr>
          <p:cNvPr id="8" name="Pladsholder til slidenummer 6">
            <a:extLst>
              <a:ext uri="{FF2B5EF4-FFF2-40B4-BE49-F238E27FC236}">
                <a16:creationId xmlns:a16="http://schemas.microsoft.com/office/drawing/2014/main" id="{95B69BB6-D613-9EB5-3849-682451D73365}"/>
              </a:ext>
            </a:extLst>
          </p:cNvPr>
          <p:cNvSpPr txBox="1">
            <a:spLocks/>
          </p:cNvSpPr>
          <p:nvPr userDrawn="1"/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5220C-1E67-3535-91E4-39CAD76B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BFB8EE-D0B1-C9F3-8AFD-93B2A962B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642" y="2948719"/>
            <a:ext cx="4243144" cy="2047265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EF22AB-D54A-ED83-67C6-0D1AE53902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61169" y="406511"/>
            <a:ext cx="6564923" cy="6252198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99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A7F0E3-4894-128E-E9B4-1FD9DBA453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91CF48E8-7E35-2DD8-F4E6-91F062EC7836}"/>
              </a:ext>
            </a:extLst>
          </p:cNvPr>
          <p:cNvSpPr txBox="1">
            <a:spLocks/>
          </p:cNvSpPr>
          <p:nvPr userDrawn="1"/>
        </p:nvSpPr>
        <p:spPr>
          <a:xfrm>
            <a:off x="10308267" y="54761"/>
            <a:ext cx="911424" cy="2491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Microsoft New Tai Lue (Body)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C185C6-0B8C-46AD-AABE-27CBBBE77977}" type="datetime1">
              <a:rPr lang="da-DK" smtClean="0"/>
              <a:pPr/>
              <a:t>21-07-2026</a:t>
            </a:fld>
            <a:endParaRPr lang="en-GB" dirty="0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001E40A-D032-999C-3545-90D9D6A248D4}"/>
              </a:ext>
            </a:extLst>
          </p:cNvPr>
          <p:cNvSpPr txBox="1">
            <a:spLocks/>
          </p:cNvSpPr>
          <p:nvPr userDrawn="1"/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99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33FAE2-5559-D58A-4DD0-DFB8A2A68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91D3117F-C6BE-46BA-893D-F87A3942B0BE}"/>
              </a:ext>
            </a:extLst>
          </p:cNvPr>
          <p:cNvSpPr txBox="1">
            <a:spLocks/>
          </p:cNvSpPr>
          <p:nvPr userDrawn="1"/>
        </p:nvSpPr>
        <p:spPr>
          <a:xfrm>
            <a:off x="10308267" y="54761"/>
            <a:ext cx="911424" cy="2491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Microsoft New Tai Lue (Body)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C185C6-0B8C-46AD-AABE-27CBBBE77977}" type="datetime1">
              <a:rPr lang="da-DK" smtClean="0"/>
              <a:pPr/>
              <a:t>21-07-2026</a:t>
            </a:fld>
            <a:endParaRPr lang="en-GB" dirty="0"/>
          </a:p>
        </p:txBody>
      </p:sp>
      <p:sp>
        <p:nvSpPr>
          <p:cNvPr id="10" name="Pladsholder til slidenummer 6">
            <a:extLst>
              <a:ext uri="{FF2B5EF4-FFF2-40B4-BE49-F238E27FC236}">
                <a16:creationId xmlns:a16="http://schemas.microsoft.com/office/drawing/2014/main" id="{C9EA2B98-F678-F564-8E26-B91316647BFA}"/>
              </a:ext>
            </a:extLst>
          </p:cNvPr>
          <p:cNvSpPr txBox="1">
            <a:spLocks/>
          </p:cNvSpPr>
          <p:nvPr userDrawn="1"/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C5E99-B9D4-8ADD-9253-532D8E057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414585"/>
            <a:ext cx="6172200" cy="44464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0481F-F411-1AA5-36C5-3869CF34B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368800"/>
            <a:ext cx="3932237" cy="1500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4200C1-9F94-3506-7532-B87FC5F2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433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28A6E3-B5B8-C8D9-2BFC-04F86279FB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A1E29505-8A7B-C54F-5240-4EB6A3E7F91E}"/>
              </a:ext>
            </a:extLst>
          </p:cNvPr>
          <p:cNvSpPr txBox="1">
            <a:spLocks/>
          </p:cNvSpPr>
          <p:nvPr userDrawn="1"/>
        </p:nvSpPr>
        <p:spPr>
          <a:xfrm>
            <a:off x="10308267" y="54761"/>
            <a:ext cx="911424" cy="2491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Microsoft New Tai Lue (Body)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C185C6-0B8C-46AD-AABE-27CBBBE77977}" type="datetime1">
              <a:rPr lang="da-DK" smtClean="0"/>
              <a:pPr/>
              <a:t>21-07-2026</a:t>
            </a:fld>
            <a:endParaRPr lang="en-GB" dirty="0"/>
          </a:p>
        </p:txBody>
      </p:sp>
      <p:sp>
        <p:nvSpPr>
          <p:cNvPr id="10" name="Pladsholder til slidenummer 6">
            <a:extLst>
              <a:ext uri="{FF2B5EF4-FFF2-40B4-BE49-F238E27FC236}">
                <a16:creationId xmlns:a16="http://schemas.microsoft.com/office/drawing/2014/main" id="{9B52D88C-8B69-713B-63B8-990465574805}"/>
              </a:ext>
            </a:extLst>
          </p:cNvPr>
          <p:cNvSpPr txBox="1">
            <a:spLocks/>
          </p:cNvSpPr>
          <p:nvPr userDrawn="1"/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48B22-4375-088B-C1FD-6F44EF3A6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14585"/>
            <a:ext cx="6172200" cy="44464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DEF8A-91B6-23C2-B3F8-755B9248F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376615"/>
            <a:ext cx="3932237" cy="14923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E38A3D-DB8C-7D11-3047-65CBD7BB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954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682E9-D0E4-7C29-3173-1D8EB75EF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326FD-FB8B-D7D9-F4D1-ACED4111A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F2263-E562-8E82-5EAC-3A8773C70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2B53F-F229-4E4E-B603-11937CC521DE}" type="datetime1">
              <a:rPr lang="da-DK" smtClean="0"/>
              <a:t>21-07-2026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9C2B2-457A-0262-58B6-0CB45688B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53CC8-A867-3423-1FF7-76B7AA588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2C6B3-3016-4396-8D2E-4F24E57C838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553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52" r:id="rId4"/>
    <p:sldLayoutId id="2147483653" r:id="rId5"/>
    <p:sldLayoutId id="2147483654" r:id="rId6"/>
    <p:sldLayoutId id="2147483658" r:id="rId7"/>
    <p:sldLayoutId id="2147483660" r:id="rId8"/>
    <p:sldLayoutId id="2147483655" r:id="rId9"/>
    <p:sldLayoutId id="2147483656" r:id="rId10"/>
    <p:sldLayoutId id="2147483657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5909C-D0D9-5C96-B54B-013418E0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C6B3-3016-4396-8D2E-4F24E57C8387}" type="slidenum">
              <a:rPr lang="en-GB" smtClean="0">
                <a:solidFill>
                  <a:srgbClr val="FFFFFF"/>
                </a:solidFill>
              </a:rPr>
              <a:t>1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277F0-D900-D977-6304-3921AC020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19C65-4466-E8B2-D85D-2C31F1171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42582-C479-BEE1-59CE-CECB48B53E5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DA38C0E-92DD-4125-B0D1-14D760A1F80D}" type="datetime1">
              <a:rPr lang="da-DK" smtClean="0"/>
              <a:t>21-07-2026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9016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136</TotalTime>
  <Words>3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Microsoft New Tai Lue (Body)</vt:lpstr>
      <vt:lpstr>Office Theme</vt:lpstr>
      <vt:lpstr>PowerPoint Presentation</vt:lpstr>
    </vt:vector>
  </TitlesOfParts>
  <Company>University of Copenhagen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Schramm Petersen</dc:creator>
  <cp:lastModifiedBy>Amanda Schramm Petersen</cp:lastModifiedBy>
  <cp:revision>58</cp:revision>
  <dcterms:created xsi:type="dcterms:W3CDTF">2025-11-19T08:46:08Z</dcterms:created>
  <dcterms:modified xsi:type="dcterms:W3CDTF">2026-07-21T11:47:08Z</dcterms:modified>
</cp:coreProperties>
</file>